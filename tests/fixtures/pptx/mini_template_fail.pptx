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Открываемость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Май</c:v>
                </c:pt>
                <c:pt idx="1">
                  <c:v>Июнь</c:v>
                </c:pt>
                <c:pt idx="2">
                  <c:v>Июль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31</c:v>
                </c:pt>
                <c:pt idx="1">
                  <c:v>38</c:v>
                </c:pt>
                <c:pt idx="2">
                  <c:v>44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Название презентации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Имя Фамилия, должность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11000000" cy="8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/>
              <a:t>Заголовок в две или одну строчку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0000" y="1600000"/>
            <a:ext cx="3400000" cy="26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/>
              <a:t>Заголовок</a:t>
            </a:r>
          </a:p>
          <a:p>
            <a:r>
              <a:rPr sz="1400"/>
              <a:t>Текст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00000" y="1600000"/>
            <a:ext cx="3400000" cy="26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/>
              <a:t>Заголовок</a:t>
            </a:r>
          </a:p>
          <a:p>
            <a:r>
              <a:rPr sz="1400"/>
              <a:t>Текст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0000" y="1600000"/>
            <a:ext cx="3400000" cy="26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/>
              <a:t>Заголовок</a:t>
            </a:r>
          </a:p>
          <a:p>
            <a:r>
              <a:rPr sz="1400"/>
              <a:t>Текст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11000000" cy="8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Таблица и диаграмма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00000" y="1500000"/>
          <a:ext cx="5000000" cy="20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6666"/>
                <a:gridCol w="1666666"/>
                <a:gridCol w="1666668"/>
              </a:tblGrid>
              <a:tr h="500000">
                <a:tc>
                  <a:txBody>
                    <a:bodyPr/>
                    <a:lstStyle/>
                    <a:p>
                      <a:r>
                        <a:t>Заголовок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Заголовок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Заголовок</a:t>
                      </a:r>
                    </a:p>
                  </a:txBody>
                  <a:tcPr/>
                </a:tc>
              </a:tr>
              <a:tr h="500000">
                <a:tc>
                  <a:txBody>
                    <a:bodyPr/>
                    <a:lstStyle/>
                    <a:p>
                      <a:r>
                        <a:t>Текст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Текст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Текст</a:t>
                      </a:r>
                    </a:p>
                  </a:txBody>
                  <a:tcPr/>
                </a:tc>
              </a:tr>
              <a:tr h="500000">
                <a:tc>
                  <a:txBody>
                    <a:bodyPr/>
                    <a:lstStyle/>
                    <a:p>
                      <a:r>
                        <a:t>Текст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Текст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Текст</a:t>
                      </a:r>
                    </a:p>
                  </a:txBody>
                  <a:tcPr/>
                </a:tc>
              </a:tr>
              <a:tr h="500000">
                <a:tc>
                  <a:txBody>
                    <a:bodyPr/>
                    <a:lstStyle/>
                    <a:p>
                      <a:r>
                        <a:t>Текст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Текст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Текст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6200000" y="1500000"/>
          <a:ext cx="5400000" cy="3500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2500000"/>
            <a:ext cx="11000000" cy="1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/>
              <a:t>Спасибо за внимание!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